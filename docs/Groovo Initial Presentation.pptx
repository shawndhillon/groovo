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7010400" cy="9296400"/>
  <p:embeddedFontLst>
    <p:embeddedFont>
      <p:font typeface="Poppins"/>
      <p:regular r:id="rId17"/>
      <p:bold r:id="rId18"/>
      <p:italic r:id="rId19"/>
      <p:boldItalic r:id="rId20"/>
    </p:embeddedFont>
    <p:embeddedFont>
      <p:font typeface="Poppins Light"/>
      <p:regular r:id="rId21"/>
      <p:bold r:id="rId22"/>
      <p:italic r:id="rId23"/>
      <p:boldItalic r:id="rId24"/>
    </p:embeddedFont>
    <p:embeddedFont>
      <p:font typeface="Poppins SemiBol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798">
          <p15:clr>
            <a:srgbClr val="747775"/>
          </p15:clr>
        </p15:guide>
      </p15:sldGuideLst>
    </p:ext>
    <p:ext uri="GoogleSlidesCustomDataVersion2">
      <go:slidesCustomData xmlns:go="http://customooxmlschemas.google.com/" r:id="rId29" roundtripDataSignature="AMtx7mhz2HhkX/t/DOi/nkPf6rKlvhP+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  <p:guide pos="79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PoppinsLight-bold.fntdata"/><Relationship Id="rId21" Type="http://schemas.openxmlformats.org/officeDocument/2006/relationships/font" Target="fonts/PoppinsLight-regular.fntdata"/><Relationship Id="rId24" Type="http://schemas.openxmlformats.org/officeDocument/2006/relationships/font" Target="fonts/PoppinsLight-boldItalic.fntdata"/><Relationship Id="rId23" Type="http://schemas.openxmlformats.org/officeDocument/2006/relationships/font" Target="fonts/Poppins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bold.fntdata"/><Relationship Id="rId25" Type="http://schemas.openxmlformats.org/officeDocument/2006/relationships/font" Target="fonts/PoppinsSemiBold-regular.fntdata"/><Relationship Id="rId28" Type="http://schemas.openxmlformats.org/officeDocument/2006/relationships/font" Target="fonts/PoppinsSemiBold-boldItalic.fntdata"/><Relationship Id="rId27" Type="http://schemas.openxmlformats.org/officeDocument/2006/relationships/font" Target="fonts/Poppins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speaker:Chris</a:t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Speaker:Chris</a:t>
            </a:r>
            <a:endParaRPr/>
          </a:p>
        </p:txBody>
      </p:sp>
      <p:sp>
        <p:nvSpPr>
          <p:cNvPr id="69" name="Google Shape;69;p2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Speaker:Chris</a:t>
            </a:r>
            <a:endParaRPr/>
          </a:p>
        </p:txBody>
      </p:sp>
      <p:sp>
        <p:nvSpPr>
          <p:cNvPr id="77" name="Google Shape;77;p3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Speaker:Carter</a:t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c3fa591e0_0_538:notes"/>
          <p:cNvSpPr txBox="1"/>
          <p:nvPr>
            <p:ph idx="1" type="body"/>
          </p:nvPr>
        </p:nvSpPr>
        <p:spPr>
          <a:xfrm>
            <a:off x="701025" y="4415775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Speaker:Carter</a:t>
            </a:r>
            <a:endParaRPr/>
          </a:p>
        </p:txBody>
      </p:sp>
      <p:sp>
        <p:nvSpPr>
          <p:cNvPr id="94" name="Google Shape;94;g38c3fa591e0_0_538:notes"/>
          <p:cNvSpPr/>
          <p:nvPr>
            <p:ph idx="2" type="sldImg"/>
          </p:nvPr>
        </p:nvSpPr>
        <p:spPr>
          <a:xfrm>
            <a:off x="1168625" y="697225"/>
            <a:ext cx="4673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c3fa591e0_0_546:notes"/>
          <p:cNvSpPr txBox="1"/>
          <p:nvPr>
            <p:ph idx="1" type="body"/>
          </p:nvPr>
        </p:nvSpPr>
        <p:spPr>
          <a:xfrm>
            <a:off x="701025" y="4415775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Speaker:Shawn</a:t>
            </a:r>
            <a:endParaRPr/>
          </a:p>
        </p:txBody>
      </p:sp>
      <p:sp>
        <p:nvSpPr>
          <p:cNvPr id="103" name="Google Shape;103;g38c3fa591e0_0_546:notes"/>
          <p:cNvSpPr/>
          <p:nvPr>
            <p:ph idx="2" type="sldImg"/>
          </p:nvPr>
        </p:nvSpPr>
        <p:spPr>
          <a:xfrm>
            <a:off x="1168625" y="697225"/>
            <a:ext cx="4673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c3fa591e0_0_554:notes"/>
          <p:cNvSpPr txBox="1"/>
          <p:nvPr>
            <p:ph idx="1" type="body"/>
          </p:nvPr>
        </p:nvSpPr>
        <p:spPr>
          <a:xfrm>
            <a:off x="701025" y="4415775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Speaker:Shawn</a:t>
            </a:r>
            <a:endParaRPr/>
          </a:p>
        </p:txBody>
      </p:sp>
      <p:sp>
        <p:nvSpPr>
          <p:cNvPr id="112" name="Google Shape;112;g38c3fa591e0_0_554:notes"/>
          <p:cNvSpPr/>
          <p:nvPr>
            <p:ph idx="2" type="sldImg"/>
          </p:nvPr>
        </p:nvSpPr>
        <p:spPr>
          <a:xfrm>
            <a:off x="1168625" y="697225"/>
            <a:ext cx="4673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Speaker:Adam</a:t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Speaker:Adam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Speaker:Srikar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Speaker:Srikar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8c3fa591e0_0_477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g38c3fa591e0_0_477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g38c3fa591e0_0_47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8c3fa591e0_0_481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g38c3fa591e0_0_48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8c3fa591e0_0_48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g38c3fa591e0_0_48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g38c3fa591e0_0_48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8c3fa591e0_0_48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8c3fa591e0_0_488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g38c3fa591e0_0_488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g38c3fa591e0_0_48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8c3fa591e0_0_49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g38c3fa591e0_0_49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8c3fa591e0_0_496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g38c3fa591e0_0_496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8c3fa591e0_0_49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8c3fa591e0_0_500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g38c3fa591e0_0_50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8c3fa591e0_0_503"/>
          <p:cNvSpPr/>
          <p:nvPr/>
        </p:nvSpPr>
        <p:spPr>
          <a:xfrm>
            <a:off x="4572000" y="33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8c3fa591e0_0_503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g38c3fa591e0_0_503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g38c3fa591e0_0_503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g38c3fa591e0_0_50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8c3fa591e0_0_509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g38c3fa591e0_0_50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8c3fa591e0_0_512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38c3fa591e0_0_512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g38c3fa591e0_0_5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c3fa591e0_0_5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c3fa591e0_0_5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8c3fa591e0_0_51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g38c3fa591e0_0_5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8c3fa591e0_0_5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8c3fa591e0_0_5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8c3fa591e0_0_47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8c3fa591e0_0_47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g38c3fa591e0_0_47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hyperlink" Target="http://node.js" TargetMode="External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/>
          <p:nvPr/>
        </p:nvSpPr>
        <p:spPr>
          <a:xfrm flipH="1" rot="10800000">
            <a:off x="0" y="6858000"/>
            <a:ext cx="9144000" cy="46038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4200" y="81238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"/>
          <p:cNvSpPr txBox="1"/>
          <p:nvPr>
            <p:ph idx="1" type="body"/>
          </p:nvPr>
        </p:nvSpPr>
        <p:spPr>
          <a:xfrm>
            <a:off x="0" y="4859425"/>
            <a:ext cx="82296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Project Owner: Christopher Bocanegra</a:t>
            </a:r>
            <a:endParaRPr sz="14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Initial Scrum Master: Adam Gonzales</a:t>
            </a:r>
            <a:endParaRPr sz="14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Team: Carter Wong, Srikar Chunduri, Shawn Dhillon</a:t>
            </a:r>
            <a:endParaRPr sz="14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3" name="Google Shape;63;p1"/>
          <p:cNvSpPr txBox="1"/>
          <p:nvPr>
            <p:ph type="title"/>
          </p:nvPr>
        </p:nvSpPr>
        <p:spPr>
          <a:xfrm>
            <a:off x="457200" y="1981988"/>
            <a:ext cx="82296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0">
                <a:latin typeface="Poppins"/>
                <a:ea typeface="Poppins"/>
                <a:cs typeface="Poppins"/>
                <a:sym typeface="Poppins"/>
              </a:rPr>
              <a:t>GROOVO</a:t>
            </a:r>
            <a:endParaRPr b="1" sz="12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>
                <a:latin typeface="Poppins"/>
                <a:ea typeface="Poppins"/>
                <a:cs typeface="Poppins"/>
                <a:sym typeface="Poppins"/>
              </a:rPr>
              <a:t>Discover. Review. Connect.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3842100" y="445175"/>
            <a:ext cx="1459800" cy="1440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6" name="Google Shape;66;p1" title="music-albu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4325" y="717650"/>
            <a:ext cx="89535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4200" y="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"/>
          <p:cNvSpPr txBox="1"/>
          <p:nvPr>
            <p:ph type="title"/>
          </p:nvPr>
        </p:nvSpPr>
        <p:spPr>
          <a:xfrm>
            <a:off x="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5000"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-US" sz="5000">
                <a:latin typeface="Poppins"/>
                <a:ea typeface="Poppins"/>
                <a:cs typeface="Poppins"/>
                <a:sym typeface="Poppins"/>
              </a:rPr>
              <a:t>GROOVO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2"/>
          <p:cNvSpPr txBox="1"/>
          <p:nvPr>
            <p:ph idx="1" type="body"/>
          </p:nvPr>
        </p:nvSpPr>
        <p:spPr>
          <a:xfrm>
            <a:off x="457200" y="1267100"/>
            <a:ext cx="8229600" cy="3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-265113" lvl="0" marL="341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"/>
              <a:buChar char="•"/>
            </a:pP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Brief outline of problem/opportunity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33362" lvl="1" marL="7413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000"/>
              <a:buChar char="–"/>
            </a:pP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What's missing in today's social app ecosystem is a </a:t>
            </a:r>
            <a:r>
              <a:rPr lang="en-US" sz="2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centralized platform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where people can share their thoughts about the music they love.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33362" lvl="1" marL="7413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000"/>
              <a:buFont typeface="Poppins"/>
              <a:buChar char="–"/>
            </a:pP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Currently, music discussions are scattered across Reddit, YouTube, Last.fm scrobbles, and TikTok.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33362" lvl="1" marL="7413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000"/>
              <a:buChar char="–"/>
            </a:pP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app fills that gap by creating a </a:t>
            </a:r>
            <a:r>
              <a:rPr lang="en-US" sz="2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community-driven 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space for thoughtful reviews and discovery.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4200" y="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 txBox="1"/>
          <p:nvPr>
            <p:ph type="title"/>
          </p:nvPr>
        </p:nvSpPr>
        <p:spPr>
          <a:xfrm>
            <a:off x="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5000">
                <a:latin typeface="Poppins"/>
                <a:ea typeface="Poppins"/>
                <a:cs typeface="Poppins"/>
                <a:sym typeface="Poppins"/>
              </a:rPr>
              <a:t>  Project Scope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3"/>
          <p:cNvSpPr txBox="1"/>
          <p:nvPr>
            <p:ph idx="1" type="body"/>
          </p:nvPr>
        </p:nvSpPr>
        <p:spPr>
          <a:xfrm>
            <a:off x="457200" y="1213825"/>
            <a:ext cx="8229600" cy="3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High level goal(s) (for this project)</a:t>
            </a:r>
            <a:endParaRPr sz="2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Goal of this release is to develop a functional, minimum viable product for a social music review platform, similar to Letterboxd, but tailored to music. This app will enable users to log albums, write reviews, and discover new music through the app's social capabilities.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key objectives of this project are:</a:t>
            </a:r>
            <a:endParaRPr sz="2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●"/>
            </a:pPr>
            <a:r>
              <a:rPr lang="en-US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Creating user accounts with authentication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●"/>
            </a:pPr>
            <a:r>
              <a:rPr lang="en-US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Implementing a searchable album/song library where users can add albums/etc to their profiles 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●"/>
            </a:pPr>
            <a:r>
              <a:rPr lang="en-US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Enable users to write and read reviews 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"/>
              <a:buChar char="●"/>
            </a:pPr>
            <a:r>
              <a:rPr lang="en-US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Create a simple social feed to view recent and friend activity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app will prioritize functionality, usability, and clean design over additional features or polish 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 txBox="1"/>
          <p:nvPr>
            <p:ph type="title"/>
          </p:nvPr>
        </p:nvSpPr>
        <p:spPr>
          <a:xfrm>
            <a:off x="533400" y="2009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5000">
                <a:latin typeface="Poppins"/>
                <a:ea typeface="Poppins"/>
                <a:cs typeface="Poppins"/>
                <a:sym typeface="Poppins"/>
              </a:rPr>
              <a:t>  Sprint 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91875" y="1267100"/>
            <a:ext cx="4056000" cy="7545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 txBox="1"/>
          <p:nvPr>
            <p:ph idx="1" type="body"/>
          </p:nvPr>
        </p:nvSpPr>
        <p:spPr>
          <a:xfrm>
            <a:off x="457200" y="1387362"/>
            <a:ext cx="8229600" cy="46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b="1" lang="en-US" sz="2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ogin and basic homepage </a:t>
            </a:r>
            <a:endParaRPr b="1"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[3 pts] As a user, I want to be able to sign up and 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login</a:t>
            </a: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so I can access my own profile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[8 pts] As a user, I want to see a landing page to navigate the web page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[3 pts] As a user, I want to view my profile page displaying saved albums/etc reviews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[2 pts] As a user, I want to be able to write and bio and have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social customization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SPIKES: Research Frontend and backend technologies, work on design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INFRASTRUCTURE: set up github and db. Test FrameWork setup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g38c3fa591e0_0_5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8c3fa591e0_0_538"/>
          <p:cNvSpPr txBox="1"/>
          <p:nvPr>
            <p:ph type="title"/>
          </p:nvPr>
        </p:nvSpPr>
        <p:spPr>
          <a:xfrm>
            <a:off x="533400" y="2009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5000">
                <a:latin typeface="Poppins"/>
                <a:ea typeface="Poppins"/>
                <a:cs typeface="Poppins"/>
                <a:sym typeface="Poppins"/>
              </a:rPr>
              <a:t>  Sprint 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g38c3fa591e0_0_538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8c3fa591e0_0_538"/>
          <p:cNvSpPr/>
          <p:nvPr/>
        </p:nvSpPr>
        <p:spPr>
          <a:xfrm>
            <a:off x="391875" y="1267100"/>
            <a:ext cx="4438200" cy="7545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8c3fa591e0_0_538"/>
          <p:cNvSpPr txBox="1"/>
          <p:nvPr>
            <p:ph idx="1" type="body"/>
          </p:nvPr>
        </p:nvSpPr>
        <p:spPr>
          <a:xfrm>
            <a:off x="457200" y="1417500"/>
            <a:ext cx="8229600" cy="48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Keeping Track of Saved music</a:t>
            </a:r>
            <a:endParaRPr b="1"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[5 pts] As a user, I want to search for albums/etc so I can find and track the music I listen to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[3 pts] As a user, I want to be able to see individual pages for each album.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[5 pts] As a User, I want to write a review and rate an album/etc so I can share my opinions.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[3 pts] As a user, I would like to create lists of albums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[3 pts] As a user, I want to like or comment on reviews.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SPIKES:Research approaches/best practices for S2 user stories.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INFRASTRUCTURE:DB Expansion,Routing and Endpoints, API connection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38c3fa591e0_0_5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8c3fa591e0_0_546"/>
          <p:cNvSpPr txBox="1"/>
          <p:nvPr>
            <p:ph type="title"/>
          </p:nvPr>
        </p:nvSpPr>
        <p:spPr>
          <a:xfrm>
            <a:off x="533400" y="2009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5000">
                <a:latin typeface="Poppins"/>
                <a:ea typeface="Poppins"/>
                <a:cs typeface="Poppins"/>
                <a:sym typeface="Poppins"/>
              </a:rPr>
              <a:t>  Sprint 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g38c3fa591e0_0_546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8c3fa591e0_0_546"/>
          <p:cNvSpPr/>
          <p:nvPr/>
        </p:nvSpPr>
        <p:spPr>
          <a:xfrm>
            <a:off x="391875" y="1049930"/>
            <a:ext cx="3899400" cy="754500"/>
          </a:xfrm>
          <a:prstGeom prst="roundRect">
            <a:avLst>
              <a:gd fmla="val 16667" name="adj"/>
            </a:avLst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8c3fa591e0_0_546"/>
          <p:cNvSpPr txBox="1"/>
          <p:nvPr>
            <p:ph idx="1" type="body"/>
          </p:nvPr>
        </p:nvSpPr>
        <p:spPr>
          <a:xfrm>
            <a:off x="457200" y="1200330"/>
            <a:ext cx="8229600" cy="48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Interacting w/ other Users</a:t>
            </a:r>
            <a:endParaRPr b="1"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Poppins"/>
              <a:buChar char="●"/>
            </a:pP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[5 pts] As a user, I want to add albums/etc to my profile or library to have my own diary of music 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●"/>
            </a:pP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[3 pts] As a user, I would want a section in my profile showing my top 5 all-time favorite albums. 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●"/>
            </a:pP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[3 pts] As a user, I want to be able to view reviews from other users in a feed.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●"/>
            </a:pP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[8 pts] As a user, I want to follow other users and see their activity in a feed 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SPIKES:Research Spotify api/endpoints. Mapping database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INFRASTRUCTURE:DB relations setup, API Endpoints, Auth Integration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8c3fa591e0_0_5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8c3fa591e0_0_554"/>
          <p:cNvSpPr txBox="1"/>
          <p:nvPr>
            <p:ph type="title"/>
          </p:nvPr>
        </p:nvSpPr>
        <p:spPr>
          <a:xfrm>
            <a:off x="533400" y="2009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5000">
                <a:latin typeface="Poppins"/>
                <a:ea typeface="Poppins"/>
                <a:cs typeface="Poppins"/>
                <a:sym typeface="Poppins"/>
              </a:rPr>
              <a:t>  Sprint 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g38c3fa591e0_0_554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8c3fa591e0_0_554"/>
          <p:cNvSpPr/>
          <p:nvPr/>
        </p:nvSpPr>
        <p:spPr>
          <a:xfrm>
            <a:off x="391875" y="1267100"/>
            <a:ext cx="2988300" cy="7545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8c3fa591e0_0_554"/>
          <p:cNvSpPr txBox="1"/>
          <p:nvPr>
            <p:ph idx="1" type="body"/>
          </p:nvPr>
        </p:nvSpPr>
        <p:spPr>
          <a:xfrm>
            <a:off x="457200" y="1417500"/>
            <a:ext cx="8229600" cy="48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Recommendations</a:t>
            </a:r>
            <a:endParaRPr b="1"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Font typeface="Poppins"/>
              <a:buChar char="●"/>
            </a:pP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[3 pts] As a user, I would like to share my profile and reviews with a link 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●"/>
            </a:pP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[5 pts] As a user, I would like to see an album of the week in my homepage to get a recommendation 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●"/>
            </a:pP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[5 pts] As a moderator, I would like to be able to remove comments/posts of other users.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SPIKES:Moderation,share public profile URLS, UI/UX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INFRASTRUCTURE:Public Profile Routing,Role-based permissions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8"/>
          <p:cNvSpPr txBox="1"/>
          <p:nvPr>
            <p:ph type="title"/>
          </p:nvPr>
        </p:nvSpPr>
        <p:spPr>
          <a:xfrm>
            <a:off x="533400" y="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5000">
                <a:latin typeface="Poppins"/>
                <a:ea typeface="Poppins"/>
                <a:cs typeface="Poppins"/>
                <a:sym typeface="Poppins"/>
              </a:rPr>
              <a:t>Architecture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8" title="Screenshot 2025-10-12 at 3.18.5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131875" y="3791500"/>
            <a:ext cx="2913074" cy="2560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8" title="Screenshot 2025-10-12 at 3.19.27 PM.png"/>
          <p:cNvPicPr preferRelativeResize="0"/>
          <p:nvPr/>
        </p:nvPicPr>
        <p:blipFill rotWithShape="1">
          <a:blip r:embed="rId5">
            <a:alphaModFix/>
          </a:blip>
          <a:srcRect b="0" l="1185" r="0" t="0"/>
          <a:stretch/>
        </p:blipFill>
        <p:spPr>
          <a:xfrm>
            <a:off x="-3065481" y="138800"/>
            <a:ext cx="3065482" cy="26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9900" y="1247775"/>
            <a:ext cx="7796593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9"/>
          <p:cNvSpPr txBox="1"/>
          <p:nvPr>
            <p:ph type="title"/>
          </p:nvPr>
        </p:nvSpPr>
        <p:spPr>
          <a:xfrm>
            <a:off x="457200" y="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5000">
                <a:latin typeface="Poppins"/>
                <a:ea typeface="Poppins"/>
                <a:cs typeface="Poppins"/>
                <a:sym typeface="Poppins"/>
              </a:rPr>
              <a:t>Technologies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9"/>
          <p:cNvSpPr txBox="1"/>
          <p:nvPr>
            <p:ph idx="1" type="body"/>
          </p:nvPr>
        </p:nvSpPr>
        <p:spPr>
          <a:xfrm>
            <a:off x="457200" y="1219200"/>
            <a:ext cx="4511400" cy="49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Programming Languages:</a:t>
            </a:r>
            <a:br>
              <a:rPr lang="en-U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JavaScript, HTML, CSS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Database:</a:t>
            </a:r>
            <a:br>
              <a:rPr lang="en-U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MongoDB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Backend:</a:t>
            </a:r>
            <a:br>
              <a:rPr lang="en-U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Express.js (</a:t>
            </a:r>
            <a:r>
              <a:rPr lang="en-US" sz="13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Node.js</a:t>
            </a:r>
            <a:r>
              <a:rPr lang="en-U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Frontend:</a:t>
            </a:r>
            <a:br>
              <a:rPr lang="en-U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Next.js (React Framework)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External API:</a:t>
            </a:r>
            <a:br>
              <a:rPr lang="en-U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Spotify Web API (for album, artist, and track                  data)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Hosting / Deployment:</a:t>
            </a:r>
            <a:br>
              <a:rPr lang="en-U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Vercel (frontend), </a:t>
            </a:r>
            <a:r>
              <a:rPr lang="en-U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MongoDB Atlas (database)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5300275" y="1178175"/>
            <a:ext cx="3673800" cy="4863600"/>
          </a:xfrm>
          <a:prstGeom prst="roundRect">
            <a:avLst>
              <a:gd fmla="val 5168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5309" y="1226562"/>
            <a:ext cx="3270225" cy="4766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0"/>
          <p:cNvSpPr txBox="1"/>
          <p:nvPr>
            <p:ph type="title"/>
          </p:nvPr>
        </p:nvSpPr>
        <p:spPr>
          <a:xfrm>
            <a:off x="609600" y="10383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5000">
                <a:latin typeface="Poppins"/>
                <a:ea typeface="Poppins"/>
                <a:cs typeface="Poppins"/>
                <a:sym typeface="Poppins"/>
              </a:rPr>
              <a:t>Challenges/Risks</a:t>
            </a:r>
            <a:endParaRPr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10"/>
          <p:cNvSpPr txBox="1"/>
          <p:nvPr>
            <p:ph idx="1" type="body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</a:pP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[Challenge/Risk 1]Using a shared github </a:t>
            </a: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repository</a:t>
            </a: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effectively </a:t>
            </a:r>
            <a:r>
              <a:rPr lang="en-US" sz="2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e.g. complex feature set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</a:pP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[Challenge/Risk 2]Retrieving info from the database to review other users’ reviews  </a:t>
            </a:r>
            <a:r>
              <a:rPr lang="en-US" sz="2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e.g. unfamiliar technology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</a:pP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[Challenge/Risk 3] Combining the individually designed features of the project into a functioning app (similar to Risk 1 above)</a:t>
            </a:r>
            <a:r>
              <a:rPr lang="en-US" sz="2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e.g. new/immature technology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1"/>
          <p:cNvSpPr txBox="1"/>
          <p:nvPr>
            <p:ph type="title"/>
          </p:nvPr>
        </p:nvSpPr>
        <p:spPr>
          <a:xfrm>
            <a:off x="457200" y="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5000">
                <a:latin typeface="Poppins"/>
                <a:ea typeface="Poppins"/>
                <a:cs typeface="Poppins"/>
                <a:sym typeface="Poppins"/>
              </a:rPr>
              <a:t>MVP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1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MVP demo will demonstrate the following flow: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●"/>
            </a:pP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User registration and login.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●"/>
            </a:pP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Searching for and adding an album/song to library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●"/>
            </a:pP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Writing and viewing reviews 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Char char="●"/>
            </a:pP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Profile Personalization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oppins"/>
              <a:buChar char="●"/>
            </a:pP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Viewing a basic social feed 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Char char="●"/>
            </a:pPr>
            <a:r>
              <a:rPr lang="en-U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landing page 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2008-09-30T23:31:36Z</dcterms:created>
  <dc:creator>drecept</dc:creator>
</cp:coreProperties>
</file>